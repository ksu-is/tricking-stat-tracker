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DF8A78-2F48-01FF-6548-6397EA48A198}" v="38" dt="2025-11-30T19:09:02.413"/>
    <p1510:client id="{C4BE8268-F393-9930-0604-9459B61786A1}" v="1700" dt="2025-11-29T02:38:39.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30T18:56:29.474"/>
    </inkml:context>
    <inkml:brush xml:id="br0">
      <inkml:brushProperty name="width" value="0.2" units="cm"/>
      <inkml:brushProperty name="height" value="0.2" units="cm"/>
      <inkml:brushProperty name="color" value="#E71224"/>
    </inkml:brush>
  </inkml:definitions>
  <inkml:trace contextRef="#ctx0" brushRef="#br0">17357 9816 16383 0 0,'0'6'0'0'0,"0"8"0"0"0,0 14 0 0 0,0 7 0 0 0,0 5 0 0 0,0 7 0 0 0,0 1 0 0 0,0 6 0 0 0,0-2 0 0 0,0-3 0 0 0,0-4 0 0 0,0-3 0 0 0,0-4 0 0 0,0-1 0 0 0,6-2 0 0 0,2 0 0 0 0,-1-1 0 0 0,5 1 0 0 0,1-1 0 0 0,3 1 0 0 0,6 0 0 0 0,-2 0 0 0 0,3 1 0 0 0,2-1 0 0 0,4 6 0 0 0,-3 2 0 0 0,-1 0 0 0 0,2-1 0 0 0,3 4 0 0 0,1-1 0 0 0,-3 0 0 0 0,4-3 0 0 0,-2-3 0 0 0,-1-1 0 0 0,0-1 0 0 0,3-2 0 0 0,6 0 0 0 0,4 0 0 0 0,0 0 0 0 0,-1 0 0 0 0,-1 0 0 0 0,4 0 0 0 0,7 6 0 0 0,7 2 0 0 0,5 0 0 0 0,-2-8 0 0 0,1-3 0 0 0,2-2 0 0 0,1 1 0 0 0,3 1 0 0 0,-5-6 0 0 0,-1 0 0 0 0,1-5 0 0 0,-4-1 0 0 0,-1-2 0 0 0,3 0 0 0 0,2-2 0 0 0,-3-4 0 0 0,6 2 0 0 0,4-1 0 0 0,2-3 0 0 0,0-3 0 0 0,1-3 0 0 0,-1-2 0 0 0,0-2 0 0 0,0 0 0 0 0,-1 0 0 0 0,5-1 0 0 0,3-6 0 0 0,-1-1 0 0 0,-7-6 0 0 0,-5 0 0 0 0,0-4 0 0 0,-6 1 0 0 0,-1-3 0 0 0,-5 3 0 0 0,1-2 0 0 0,-4 2 0 0 0,-3-3 0 0 0,1-2 0 0 0,-1-5 0 0 0,2-3 0 0 0,0-3 0 0 0,-3-2 0 0 0,2 0 0 0 0,-1-1 0 0 0,4 0 0 0 0,4 0 0 0 0,5-6 0 0 0,5-2 0 0 0,2 1 0 0 0,2 2 0 0 0,7 1 0 0 0,2 2 0 0 0,-6 1 0 0 0,3 2 0 0 0,0-1 0 0 0,11 1 0 0 0,3 0 0 0 0,-2 1 0 0 0,-4 5 0 0 0,-4 1 0 0 0,8 7 0 0 0,-5 0 0 0 0,-4 3 0 0 0,-4 6 0 0 0,-2 4 0 0 0,-3 4 0 0 0,-6 2 0 0 0,-2 2 0 0 0,0 0 0 0 0,2 1 0 0 0,-5 6 0 0 0,1 8 0 0 0,1 7 0 0 0,-3 0 0 0 0,0 3 0 0 0,3 2 0 0 0,-4 3 0 0 0,1 2 0 0 0,2 8 0 0 0,-2 3 0 0 0,0 7 0 0 0,3 6 0 0 0,2 5 0 0 0,3 12 0 0 0,-3-2 0 0 0,4 11 0 0 0,-2 4 0 0 0,0 6 0 0 0,-6-2 0 0 0,0 3 0 0 0,-5 2 0 0 0,1 5 0 0 0,3 2 0 0 0,3 20 0 0 0,-2 7 0 0 0,-5-6 0 0 0,-1 0 0 0 0,-2-3 0 0 0,-4-16 0 0 0,-5 10 0 0 0,-2 5 0 0 0,-9-14 0 0 0,-4-11 0 0 0,-5-4 0 0 0,-2-11 0 0 0,-4-8 0 0 0,-4-9 0 0 0,-4-10 0 0 0,-4-7 0 0 0,-3-5 0 0 0,-1-4 0 0 0,0-2 0 0 0,-1-1 0 0 0,0 1 0 0 0,0-6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30T18:56:29.475"/>
    </inkml:context>
    <inkml:brush xml:id="br0">
      <inkml:brushProperty name="width" value="0.2" units="cm"/>
      <inkml:brushProperty name="height" value="0.2" units="cm"/>
      <inkml:brushProperty name="color" value="#E71224"/>
    </inkml:brush>
  </inkml:definitions>
  <inkml:trace contextRef="#ctx0" brushRef="#br0">17391 9737 16383 0 0,'0'6'0'0'0,"0"8"0"0"0,-6 7 0 0 0,-2 7 0 0 0,0 16 0 0 0,-4 7 0 0 0,-6 6 0 0 0,-6 12 0 0 0,0 0 0 0 0,0 7 0 0 0,-3 1 0 0 0,-3 1 0 0 0,-2-2 0 0 0,4-1 0 0 0,7-8 0 0 0,1-3 0 0 0,4-6 0 0 0,5-7 0 0 0,4-7 0 0 0,-3-4 0 0 0,0-3 0 0 0,3-2 0 0 0,1-7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30T18:56:29.476"/>
    </inkml:context>
    <inkml:brush xml:id="br0">
      <inkml:brushProperty name="width" value="0.2" units="cm"/>
      <inkml:brushProperty name="height" value="0.2" units="cm"/>
      <inkml:brushProperty name="color" value="#E71224"/>
    </inkml:brush>
  </inkml:definitions>
  <inkml:trace contextRef="#ctx0" brushRef="#br0">17383 9763 16383 0 0,'0'6'0'0'0,"6"2"0"0"0,2 6 0 0 0,6 0 0 0 0,0 4 0 0 0,4-1 0 0 0,-1 2 0 0 0,2-2 0 0 0,4 3 0 0 0,5 3 0 0 0,3 4 0 0 0,2-3 0 0 0,-4 1 0 0 0,-2 2 0 0 0,2-3 0 0 0,-5-1 0 0 0,-1-3 0 0 0,3 1 0 0 0,2-4 0 0 0,2 2 0 0 0,3-3 0 0 0,1 2 0 0 0,1-2 0 0 0,1 3 0 0 0,-1-3 0 0 0,1 3 0 0 0,0-3 0 0 0,-1 3 0 0 0,1-2 0 0 0,5 1 0 0 0,3-1 0 0 0,-1 2 0 0 0,-2-3 0 0 0,-1-3 0 0 0,-2 1 0 0 0,-2 0 0 0 0,0-4 0 0 0,-1-4 0 0 0,0-1 0 0 0,0-3 0 0 0,0-2 0 0 0,0 0 0 0 0,0 0 0 0 0,1-1 0 0 0,-1 0 0 0 0,0 1 0 0 0,0 0 0 0 0,1-1 0 0 0,-1 1 0 0 0,0 0 0 0 0,0 0 0 0 0,1 0 0 0 0,-1 0 0 0 0,0 0 0 0 0,-5 0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customXml" Target="../ink/ink1.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he Evolution of Tricking | Red Bull Throwdown 2015">
            <a:extLst>
              <a:ext uri="{FF2B5EF4-FFF2-40B4-BE49-F238E27FC236}">
                <a16:creationId xmlns:a16="http://schemas.microsoft.com/office/drawing/2014/main" id="{417D8735-318A-06A2-462A-99748E53C9D2}"/>
              </a:ext>
            </a:extLst>
          </p:cNvPr>
          <p:cNvPicPr>
            <a:picLocks noChangeAspect="1"/>
          </p:cNvPicPr>
          <p:nvPr/>
        </p:nvPicPr>
        <p:blipFill>
          <a:blip r:embed="rId2"/>
          <a:srcRect l="1"/>
          <a:stretch>
            <a:fillRect/>
          </a:stretch>
        </p:blipFill>
        <p:spPr>
          <a:xfrm>
            <a:off x="20" y="-22"/>
            <a:ext cx="12191977" cy="6858022"/>
          </a:xfrm>
          <a:prstGeom prst="rect">
            <a:avLst/>
          </a:prstGeom>
        </p:spPr>
      </p:pic>
      <p:sp>
        <p:nvSpPr>
          <p:cNvPr id="12" name="Rectangle 11">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116" y="52917"/>
            <a:ext cx="5452529" cy="3569242"/>
          </a:xfrm>
        </p:spPr>
        <p:txBody>
          <a:bodyPr anchor="t">
            <a:normAutofit/>
          </a:bodyPr>
          <a:lstStyle/>
          <a:p>
            <a:pPr algn="l"/>
            <a:r>
              <a:rPr lang="en-US" sz="5200" dirty="0">
                <a:solidFill>
                  <a:srgbClr val="FFFFFF"/>
                </a:solidFill>
              </a:rPr>
              <a:t>Tricking-Stat Tracker</a:t>
            </a:r>
          </a:p>
        </p:txBody>
      </p:sp>
      <p:sp>
        <p:nvSpPr>
          <p:cNvPr id="3" name="Subtitle 2"/>
          <p:cNvSpPr>
            <a:spLocks noGrp="1"/>
          </p:cNvSpPr>
          <p:nvPr>
            <p:ph type="subTitle" idx="1"/>
          </p:nvPr>
        </p:nvSpPr>
        <p:spPr>
          <a:xfrm>
            <a:off x="2050541" y="-109012"/>
            <a:ext cx="2604679" cy="1578054"/>
          </a:xfrm>
        </p:spPr>
        <p:txBody>
          <a:bodyPr vert="horz" lIns="91440" tIns="45720" rIns="91440" bIns="45720" rtlCol="0" anchor="b">
            <a:normAutofit/>
          </a:bodyPr>
          <a:lstStyle/>
          <a:p>
            <a:pPr algn="l"/>
            <a:r>
              <a:rPr lang="en-US" dirty="0">
                <a:solidFill>
                  <a:srgbClr val="FFFFFF"/>
                </a:solidFill>
              </a:rPr>
              <a:t>By: Terrence Stamps</a:t>
            </a:r>
          </a:p>
        </p:txBody>
      </p:sp>
      <p:sp>
        <p:nvSpPr>
          <p:cNvPr id="14" name="Rectangle 13">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CF4A4DF-799F-1746-67A6-9BA963DA825C}"/>
              </a:ext>
            </a:extLst>
          </p:cNvPr>
          <p:cNvSpPr txBox="1"/>
          <p:nvPr/>
        </p:nvSpPr>
        <p:spPr>
          <a:xfrm>
            <a:off x="125549" y="5084166"/>
            <a:ext cx="5028684" cy="1477328"/>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Our Tricking Stat Tracker will keep account of information most vital to trickers. When our memories fade we'll have our accomplishments in a public space for all to see, like the gatherings you went too and tricks you've landed.</a:t>
            </a:r>
          </a:p>
        </p:txBody>
      </p:sp>
      <p:pic>
        <p:nvPicPr>
          <p:cNvPr id="5" name="Picture 4" descr="A red rectangular device with a screen&#10;&#10;AI-generated content may be incorrect.">
            <a:extLst>
              <a:ext uri="{FF2B5EF4-FFF2-40B4-BE49-F238E27FC236}">
                <a16:creationId xmlns:a16="http://schemas.microsoft.com/office/drawing/2014/main" id="{5DD1ACBD-EAF3-200E-6E76-EC7B4B265527}"/>
              </a:ext>
            </a:extLst>
          </p:cNvPr>
          <p:cNvPicPr>
            <a:picLocks noChangeAspect="1"/>
          </p:cNvPicPr>
          <p:nvPr/>
        </p:nvPicPr>
        <p:blipFill>
          <a:blip r:embed="rId3"/>
          <a:stretch>
            <a:fillRect/>
          </a:stretch>
        </p:blipFill>
        <p:spPr>
          <a:xfrm>
            <a:off x="8557313" y="1234066"/>
            <a:ext cx="1386729" cy="1060327"/>
          </a:xfrm>
          <a:prstGeom prst="rect">
            <a:avLst/>
          </a:prstGeom>
        </p:spPr>
      </p:pic>
      <p:sp>
        <p:nvSpPr>
          <p:cNvPr id="6" name="TextBox 5">
            <a:extLst>
              <a:ext uri="{FF2B5EF4-FFF2-40B4-BE49-F238E27FC236}">
                <a16:creationId xmlns:a16="http://schemas.microsoft.com/office/drawing/2014/main" id="{10870D7C-A03A-4E37-15C8-62AEAFC5D8BC}"/>
              </a:ext>
            </a:extLst>
          </p:cNvPr>
          <p:cNvSpPr txBox="1"/>
          <p:nvPr/>
        </p:nvSpPr>
        <p:spPr>
          <a:xfrm>
            <a:off x="9927314" y="1225593"/>
            <a:ext cx="2088839" cy="1223412"/>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solidFill>
                  <a:schemeClr val="bg1"/>
                </a:solidFill>
              </a:rPr>
              <a:t>This right here is a </a:t>
            </a:r>
            <a:r>
              <a:rPr lang="en-US" sz="1050" dirty="0" err="1">
                <a:solidFill>
                  <a:schemeClr val="bg1"/>
                </a:solidFill>
              </a:rPr>
              <a:t>pokedex</a:t>
            </a:r>
            <a:r>
              <a:rPr lang="en-US" sz="1050" dirty="0">
                <a:solidFill>
                  <a:schemeClr val="bg1"/>
                </a:solidFill>
              </a:rPr>
              <a:t>, one of the main inspirations for this project. With one of the main features being users tracking the tricks they can land, you can say it also functions like a </a:t>
            </a:r>
            <a:r>
              <a:rPr lang="en-US" sz="1050" dirty="0" err="1">
                <a:solidFill>
                  <a:schemeClr val="bg1"/>
                </a:solidFill>
              </a:rPr>
              <a:t>pokedex</a:t>
            </a:r>
            <a:r>
              <a:rPr lang="en-US" sz="1050" dirty="0">
                <a:solidFill>
                  <a:schemeClr val="bg1"/>
                </a:solidFill>
              </a:rPr>
              <a:t> as well or maybe a </a:t>
            </a:r>
            <a:r>
              <a:rPr lang="en-US" sz="1050" dirty="0" err="1">
                <a:solidFill>
                  <a:schemeClr val="bg1"/>
                </a:solidFill>
              </a:rPr>
              <a:t>trickerdex</a:t>
            </a:r>
            <a:r>
              <a:rPr lang="en-US" sz="1050" dirty="0">
                <a:solidFill>
                  <a:schemeClr val="bg1"/>
                </a:solidFill>
              </a:rPr>
              <a:t>.</a:t>
            </a:r>
          </a:p>
        </p:txBody>
      </p:sp>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2213654D-2EFD-6C71-580D-CE47B4D9383C}"/>
                  </a:ext>
                </a:extLst>
              </p14:cNvPr>
              <p14:cNvContentPartPr/>
              <p14:nvPr/>
            </p14:nvContentPartPr>
            <p14:xfrm>
              <a:off x="6743700" y="3289299"/>
              <a:ext cx="2630380" cy="1472593"/>
            </p14:xfrm>
          </p:contentPart>
        </mc:Choice>
        <mc:Fallback xmlns="">
          <p:pic>
            <p:nvPicPr>
              <p:cNvPr id="15" name="Ink 14">
                <a:extLst>
                  <a:ext uri="{FF2B5EF4-FFF2-40B4-BE49-F238E27FC236}">
                    <a16:creationId xmlns:a16="http://schemas.microsoft.com/office/drawing/2014/main" id="{2213654D-2EFD-6C71-580D-CE47B4D9383C}"/>
                  </a:ext>
                </a:extLst>
              </p:cNvPr>
              <p:cNvPicPr/>
              <p:nvPr/>
            </p:nvPicPr>
            <p:blipFill>
              <a:blip r:embed="rId5"/>
              <a:stretch>
                <a:fillRect/>
              </a:stretch>
            </p:blipFill>
            <p:spPr>
              <a:xfrm>
                <a:off x="6708067" y="3253312"/>
                <a:ext cx="2702006" cy="154420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FB078952-65B7-8091-B4EC-40AAE07E1253}"/>
                  </a:ext>
                </a:extLst>
              </p14:cNvPr>
              <p14:cNvContentPartPr/>
              <p14:nvPr/>
            </p14:nvContentPartPr>
            <p14:xfrm>
              <a:off x="6592812" y="3251200"/>
              <a:ext cx="125487" cy="419388"/>
            </p14:xfrm>
          </p:contentPart>
        </mc:Choice>
        <mc:Fallback xmlns="">
          <p:pic>
            <p:nvPicPr>
              <p:cNvPr id="16" name="Ink 15">
                <a:extLst>
                  <a:ext uri="{FF2B5EF4-FFF2-40B4-BE49-F238E27FC236}">
                    <a16:creationId xmlns:a16="http://schemas.microsoft.com/office/drawing/2014/main" id="{FB078952-65B7-8091-B4EC-40AAE07E1253}"/>
                  </a:ext>
                </a:extLst>
              </p:cNvPr>
              <p:cNvPicPr/>
              <p:nvPr/>
            </p:nvPicPr>
            <p:blipFill>
              <a:blip r:embed="rId7"/>
              <a:stretch>
                <a:fillRect/>
              </a:stretch>
            </p:blipFill>
            <p:spPr>
              <a:xfrm>
                <a:off x="6556959" y="3215592"/>
                <a:ext cx="196835" cy="49096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6EE1ED98-46AE-2D14-1CFF-AC334ECC7307}"/>
                  </a:ext>
                </a:extLst>
              </p14:cNvPr>
              <p14:cNvContentPartPr/>
              <p14:nvPr/>
            </p14:nvContentPartPr>
            <p14:xfrm>
              <a:off x="6756399" y="3263900"/>
              <a:ext cx="608189" cy="242324"/>
            </p14:xfrm>
          </p:contentPart>
        </mc:Choice>
        <mc:Fallback xmlns="">
          <p:pic>
            <p:nvPicPr>
              <p:cNvPr id="17" name="Ink 16">
                <a:extLst>
                  <a:ext uri="{FF2B5EF4-FFF2-40B4-BE49-F238E27FC236}">
                    <a16:creationId xmlns:a16="http://schemas.microsoft.com/office/drawing/2014/main" id="{6EE1ED98-46AE-2D14-1CFF-AC334ECC7307}"/>
                  </a:ext>
                </a:extLst>
              </p:cNvPr>
              <p:cNvPicPr/>
              <p:nvPr/>
            </p:nvPicPr>
            <p:blipFill>
              <a:blip r:embed="rId9"/>
              <a:stretch>
                <a:fillRect/>
              </a:stretch>
            </p:blipFill>
            <p:spPr>
              <a:xfrm>
                <a:off x="6720411" y="3227947"/>
                <a:ext cx="679804" cy="313871"/>
              </a:xfrm>
              <a:prstGeom prst="rect">
                <a:avLst/>
              </a:prstGeom>
            </p:spPr>
          </p:pic>
        </mc:Fallback>
      </mc:AlternateContent>
      <p:sp>
        <p:nvSpPr>
          <p:cNvPr id="18" name="TextBox 17">
            <a:extLst>
              <a:ext uri="{FF2B5EF4-FFF2-40B4-BE49-F238E27FC236}">
                <a16:creationId xmlns:a16="http://schemas.microsoft.com/office/drawing/2014/main" id="{469C6C13-AB91-1FC8-6B82-A3DA3C885D13}"/>
              </a:ext>
            </a:extLst>
          </p:cNvPr>
          <p:cNvSpPr txBox="1"/>
          <p:nvPr/>
        </p:nvSpPr>
        <p:spPr>
          <a:xfrm>
            <a:off x="8445500" y="4889500"/>
            <a:ext cx="32512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dirty="0">
                <a:solidFill>
                  <a:schemeClr val="bg1"/>
                </a:solidFill>
              </a:rPr>
              <a:t>In the </a:t>
            </a:r>
            <a:r>
              <a:rPr lang="en-US" sz="1100" b="1" dirty="0" err="1">
                <a:solidFill>
                  <a:schemeClr val="bg1"/>
                </a:solidFill>
              </a:rPr>
              <a:t>powerpoint</a:t>
            </a:r>
            <a:r>
              <a:rPr lang="en-US" sz="1100" b="1" dirty="0">
                <a:solidFill>
                  <a:schemeClr val="bg1"/>
                </a:solidFill>
              </a:rPr>
              <a:t> background you can see a group of people watching this tricker do a skill. This is a </a:t>
            </a:r>
            <a:r>
              <a:rPr lang="en-US" sz="1100" b="1" dirty="0" err="1">
                <a:solidFill>
                  <a:schemeClr val="bg1"/>
                </a:solidFill>
              </a:rPr>
              <a:t>gathering,a</a:t>
            </a:r>
            <a:r>
              <a:rPr lang="en-US" sz="1100" b="1" dirty="0">
                <a:solidFill>
                  <a:schemeClr val="bg1"/>
                </a:solidFill>
              </a:rPr>
              <a:t> place where trickers come together to show their hard work and compete.</a:t>
            </a:r>
          </a:p>
        </p:txBody>
      </p:sp>
      <p:pic>
        <p:nvPicPr>
          <p:cNvPr id="22" name="Picture 21">
            <a:extLst>
              <a:ext uri="{FF2B5EF4-FFF2-40B4-BE49-F238E27FC236}">
                <a16:creationId xmlns:a16="http://schemas.microsoft.com/office/drawing/2014/main" id="{DCA52A36-9998-F255-7DFD-E7CF030892BF}"/>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215901" y="1882124"/>
            <a:ext cx="1981198" cy="820451"/>
          </a:xfrm>
          <a:prstGeom prst="rect">
            <a:avLst/>
          </a:prstGeom>
        </p:spPr>
      </p:pic>
      <p:sp>
        <p:nvSpPr>
          <p:cNvPr id="23" name="TextBox 22">
            <a:extLst>
              <a:ext uri="{FF2B5EF4-FFF2-40B4-BE49-F238E27FC236}">
                <a16:creationId xmlns:a16="http://schemas.microsoft.com/office/drawing/2014/main" id="{7CF446EC-65D5-DF53-71D3-23BE05028190}"/>
              </a:ext>
            </a:extLst>
          </p:cNvPr>
          <p:cNvSpPr txBox="1"/>
          <p:nvPr/>
        </p:nvSpPr>
        <p:spPr>
          <a:xfrm>
            <a:off x="127000" y="2705100"/>
            <a:ext cx="232410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chemeClr val="bg1"/>
                </a:solidFill>
              </a:rPr>
              <a:t>The stat tracker will take on a more fun and engaging way with the events you've gone too and instead of just tracking them like in a calendar. We're going to showcase them as badges with the gathering attended having its own unique badge for it. An idea sort of like this is Roblox's Badge System but it's based off of different achievements.</a:t>
            </a:r>
          </a:p>
        </p:txBody>
      </p:sp>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Tricking-Stat Tracker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179</cp:revision>
  <dcterms:created xsi:type="dcterms:W3CDTF">2025-11-27T21:11:32Z</dcterms:created>
  <dcterms:modified xsi:type="dcterms:W3CDTF">2025-11-30T19:09:05Z</dcterms:modified>
</cp:coreProperties>
</file>